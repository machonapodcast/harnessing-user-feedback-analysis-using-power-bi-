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ppy Machona" userId="f85b2bda29fb09e4" providerId="LiveId" clId="{AE967C72-96D4-42CB-8CEE-ECB681C514D1}"/>
    <pc:docChg chg="custSel addSld delSld modSld">
      <pc:chgData name="Happy Machona" userId="f85b2bda29fb09e4" providerId="LiveId" clId="{AE967C72-96D4-42CB-8CEE-ECB681C514D1}" dt="2025-07-06T18:39:47.120" v="96" actId="20577"/>
      <pc:docMkLst>
        <pc:docMk/>
      </pc:docMkLst>
      <pc:sldChg chg="modSp new mod">
        <pc:chgData name="Happy Machona" userId="f85b2bda29fb09e4" providerId="LiveId" clId="{AE967C72-96D4-42CB-8CEE-ECB681C514D1}" dt="2025-07-06T18:27:01.023" v="45" actId="1076"/>
        <pc:sldMkLst>
          <pc:docMk/>
          <pc:sldMk cId="1441926199" sldId="256"/>
        </pc:sldMkLst>
        <pc:spChg chg="mod">
          <ac:chgData name="Happy Machona" userId="f85b2bda29fb09e4" providerId="LiveId" clId="{AE967C72-96D4-42CB-8CEE-ECB681C514D1}" dt="2025-07-06T18:26:46.745" v="44" actId="14100"/>
          <ac:spMkLst>
            <pc:docMk/>
            <pc:sldMk cId="1441926199" sldId="256"/>
            <ac:spMk id="2" creationId="{F02BDC68-9D03-950D-671C-3276D7E1D894}"/>
          </ac:spMkLst>
        </pc:spChg>
        <pc:spChg chg="mod">
          <ac:chgData name="Happy Machona" userId="f85b2bda29fb09e4" providerId="LiveId" clId="{AE967C72-96D4-42CB-8CEE-ECB681C514D1}" dt="2025-07-06T18:27:01.023" v="45" actId="1076"/>
          <ac:spMkLst>
            <pc:docMk/>
            <pc:sldMk cId="1441926199" sldId="256"/>
            <ac:spMk id="3" creationId="{BC2CE693-7964-F96A-BBF7-DA64B63C3179}"/>
          </ac:spMkLst>
        </pc:spChg>
      </pc:sldChg>
      <pc:sldChg chg="addSp delSp modSp new mod">
        <pc:chgData name="Happy Machona" userId="f85b2bda29fb09e4" providerId="LiveId" clId="{AE967C72-96D4-42CB-8CEE-ECB681C514D1}" dt="2025-07-06T18:28:47.560" v="57" actId="20577"/>
        <pc:sldMkLst>
          <pc:docMk/>
          <pc:sldMk cId="1194620896" sldId="257"/>
        </pc:sldMkLst>
        <pc:spChg chg="mod">
          <ac:chgData name="Happy Machona" userId="f85b2bda29fb09e4" providerId="LiveId" clId="{AE967C72-96D4-42CB-8CEE-ECB681C514D1}" dt="2025-07-06T18:27:16.893" v="46" actId="122"/>
          <ac:spMkLst>
            <pc:docMk/>
            <pc:sldMk cId="1194620896" sldId="257"/>
            <ac:spMk id="2" creationId="{67B767B6-E9FD-BA42-B5FC-EA07869090B2}"/>
          </ac:spMkLst>
        </pc:spChg>
        <pc:spChg chg="del mod">
          <ac:chgData name="Happy Machona" userId="f85b2bda29fb09e4" providerId="LiveId" clId="{AE967C72-96D4-42CB-8CEE-ECB681C514D1}" dt="2025-07-06T18:21:04" v="14"/>
          <ac:spMkLst>
            <pc:docMk/>
            <pc:sldMk cId="1194620896" sldId="257"/>
            <ac:spMk id="3" creationId="{E336EB30-BB04-BCF5-F96C-8CF71014E032}"/>
          </ac:spMkLst>
        </pc:spChg>
        <pc:spChg chg="add mod">
          <ac:chgData name="Happy Machona" userId="f85b2bda29fb09e4" providerId="LiveId" clId="{AE967C72-96D4-42CB-8CEE-ECB681C514D1}" dt="2025-07-06T18:28:47.560" v="57" actId="20577"/>
          <ac:spMkLst>
            <pc:docMk/>
            <pc:sldMk cId="1194620896" sldId="257"/>
            <ac:spMk id="4" creationId="{A4F1CF73-375A-7932-DA16-035E30BF422D}"/>
          </ac:spMkLst>
        </pc:spChg>
      </pc:sldChg>
      <pc:sldChg chg="new del">
        <pc:chgData name="Happy Machona" userId="f85b2bda29fb09e4" providerId="LiveId" clId="{AE967C72-96D4-42CB-8CEE-ECB681C514D1}" dt="2025-07-06T18:18:50.985" v="9" actId="47"/>
        <pc:sldMkLst>
          <pc:docMk/>
          <pc:sldMk cId="399257620" sldId="258"/>
        </pc:sldMkLst>
      </pc:sldChg>
      <pc:sldChg chg="addSp delSp modSp new mod">
        <pc:chgData name="Happy Machona" userId="f85b2bda29fb09e4" providerId="LiveId" clId="{AE967C72-96D4-42CB-8CEE-ECB681C514D1}" dt="2025-07-06T18:28:39.448" v="54" actId="20577"/>
        <pc:sldMkLst>
          <pc:docMk/>
          <pc:sldMk cId="1644250580" sldId="258"/>
        </pc:sldMkLst>
        <pc:spChg chg="mod">
          <ac:chgData name="Happy Machona" userId="f85b2bda29fb09e4" providerId="LiveId" clId="{AE967C72-96D4-42CB-8CEE-ECB681C514D1}" dt="2025-07-06T18:28:03.666" v="48" actId="122"/>
          <ac:spMkLst>
            <pc:docMk/>
            <pc:sldMk cId="1644250580" sldId="258"/>
            <ac:spMk id="2" creationId="{325B773E-3F9A-B64C-0462-EB34BC15F5AE}"/>
          </ac:spMkLst>
        </pc:spChg>
        <pc:spChg chg="del">
          <ac:chgData name="Happy Machona" userId="f85b2bda29fb09e4" providerId="LiveId" clId="{AE967C72-96D4-42CB-8CEE-ECB681C514D1}" dt="2025-07-06T18:21:40.712" v="17"/>
          <ac:spMkLst>
            <pc:docMk/>
            <pc:sldMk cId="1644250580" sldId="258"/>
            <ac:spMk id="3" creationId="{DF20F7B5-7D24-4C52-9831-9DEC67134595}"/>
          </ac:spMkLst>
        </pc:spChg>
        <pc:spChg chg="add mod">
          <ac:chgData name="Happy Machona" userId="f85b2bda29fb09e4" providerId="LiveId" clId="{AE967C72-96D4-42CB-8CEE-ECB681C514D1}" dt="2025-07-06T18:28:39.448" v="54" actId="20577"/>
          <ac:spMkLst>
            <pc:docMk/>
            <pc:sldMk cId="1644250580" sldId="258"/>
            <ac:spMk id="4" creationId="{FE7D96CC-C416-1764-E1C5-32D60B4338A5}"/>
          </ac:spMkLst>
        </pc:spChg>
      </pc:sldChg>
      <pc:sldChg chg="new del">
        <pc:chgData name="Happy Machona" userId="f85b2bda29fb09e4" providerId="LiveId" clId="{AE967C72-96D4-42CB-8CEE-ECB681C514D1}" dt="2025-07-06T18:18:50.459" v="8" actId="47"/>
        <pc:sldMkLst>
          <pc:docMk/>
          <pc:sldMk cId="2686351421" sldId="259"/>
        </pc:sldMkLst>
      </pc:sldChg>
      <pc:sldChg chg="addSp delSp modSp new mod">
        <pc:chgData name="Happy Machona" userId="f85b2bda29fb09e4" providerId="LiveId" clId="{AE967C72-96D4-42CB-8CEE-ECB681C514D1}" dt="2025-07-06T18:29:17.976" v="63" actId="20577"/>
        <pc:sldMkLst>
          <pc:docMk/>
          <pc:sldMk cId="3774532129" sldId="259"/>
        </pc:sldMkLst>
        <pc:spChg chg="mod">
          <ac:chgData name="Happy Machona" userId="f85b2bda29fb09e4" providerId="LiveId" clId="{AE967C72-96D4-42CB-8CEE-ECB681C514D1}" dt="2025-07-06T18:29:03.489" v="58" actId="122"/>
          <ac:spMkLst>
            <pc:docMk/>
            <pc:sldMk cId="3774532129" sldId="259"/>
            <ac:spMk id="2" creationId="{0E7A13C7-4D38-8415-80A1-326453A97B6A}"/>
          </ac:spMkLst>
        </pc:spChg>
        <pc:spChg chg="del">
          <ac:chgData name="Happy Machona" userId="f85b2bda29fb09e4" providerId="LiveId" clId="{AE967C72-96D4-42CB-8CEE-ECB681C514D1}" dt="2025-07-06T18:22:05.263" v="20"/>
          <ac:spMkLst>
            <pc:docMk/>
            <pc:sldMk cId="3774532129" sldId="259"/>
            <ac:spMk id="3" creationId="{4DE29D91-F699-4478-A1FB-E83CBDD7D4DC}"/>
          </ac:spMkLst>
        </pc:spChg>
        <pc:spChg chg="add mod">
          <ac:chgData name="Happy Machona" userId="f85b2bda29fb09e4" providerId="LiveId" clId="{AE967C72-96D4-42CB-8CEE-ECB681C514D1}" dt="2025-07-06T18:29:17.976" v="63" actId="20577"/>
          <ac:spMkLst>
            <pc:docMk/>
            <pc:sldMk cId="3774532129" sldId="259"/>
            <ac:spMk id="4" creationId="{98C0F2D9-4866-5EAD-0455-43C1DD9F370E}"/>
          </ac:spMkLst>
        </pc:spChg>
      </pc:sldChg>
      <pc:sldChg chg="new del">
        <pc:chgData name="Happy Machona" userId="f85b2bda29fb09e4" providerId="LiveId" clId="{AE967C72-96D4-42CB-8CEE-ECB681C514D1}" dt="2025-07-06T18:18:49.924" v="7" actId="47"/>
        <pc:sldMkLst>
          <pc:docMk/>
          <pc:sldMk cId="2914108082" sldId="260"/>
        </pc:sldMkLst>
      </pc:sldChg>
      <pc:sldChg chg="addSp delSp modSp new mod">
        <pc:chgData name="Happy Machona" userId="f85b2bda29fb09e4" providerId="LiveId" clId="{AE967C72-96D4-42CB-8CEE-ECB681C514D1}" dt="2025-07-06T18:29:44.562" v="69" actId="20577"/>
        <pc:sldMkLst>
          <pc:docMk/>
          <pc:sldMk cId="3481287742" sldId="260"/>
        </pc:sldMkLst>
        <pc:spChg chg="mod">
          <ac:chgData name="Happy Machona" userId="f85b2bda29fb09e4" providerId="LiveId" clId="{AE967C72-96D4-42CB-8CEE-ECB681C514D1}" dt="2025-07-06T18:29:31.026" v="64" actId="122"/>
          <ac:spMkLst>
            <pc:docMk/>
            <pc:sldMk cId="3481287742" sldId="260"/>
            <ac:spMk id="2" creationId="{A0B4A187-31EA-CB12-C69C-0BB05FC854B4}"/>
          </ac:spMkLst>
        </pc:spChg>
        <pc:spChg chg="del">
          <ac:chgData name="Happy Machona" userId="f85b2bda29fb09e4" providerId="LiveId" clId="{AE967C72-96D4-42CB-8CEE-ECB681C514D1}" dt="2025-07-06T18:22:33.831" v="23"/>
          <ac:spMkLst>
            <pc:docMk/>
            <pc:sldMk cId="3481287742" sldId="260"/>
            <ac:spMk id="3" creationId="{DF93F190-5023-2D3A-1CC9-D9B36ED029C9}"/>
          </ac:spMkLst>
        </pc:spChg>
        <pc:spChg chg="add mod">
          <ac:chgData name="Happy Machona" userId="f85b2bda29fb09e4" providerId="LiveId" clId="{AE967C72-96D4-42CB-8CEE-ECB681C514D1}" dt="2025-07-06T18:29:44.562" v="69" actId="20577"/>
          <ac:spMkLst>
            <pc:docMk/>
            <pc:sldMk cId="3481287742" sldId="260"/>
            <ac:spMk id="4" creationId="{F3449395-37FF-401E-26E0-96B193C37950}"/>
          </ac:spMkLst>
        </pc:spChg>
      </pc:sldChg>
      <pc:sldChg chg="addSp modSp new mod">
        <pc:chgData name="Happy Machona" userId="f85b2bda29fb09e4" providerId="LiveId" clId="{AE967C72-96D4-42CB-8CEE-ECB681C514D1}" dt="2025-07-06T18:29:54.330" v="70" actId="122"/>
        <pc:sldMkLst>
          <pc:docMk/>
          <pc:sldMk cId="2176888360" sldId="261"/>
        </pc:sldMkLst>
        <pc:spChg chg="mod">
          <ac:chgData name="Happy Machona" userId="f85b2bda29fb09e4" providerId="LiveId" clId="{AE967C72-96D4-42CB-8CEE-ECB681C514D1}" dt="2025-07-06T18:29:54.330" v="70" actId="122"/>
          <ac:spMkLst>
            <pc:docMk/>
            <pc:sldMk cId="2176888360" sldId="261"/>
            <ac:spMk id="2" creationId="{422B3C42-34FA-DC71-D36E-4E7DF0920815}"/>
          </ac:spMkLst>
        </pc:spChg>
        <pc:spChg chg="mod">
          <ac:chgData name="Happy Machona" userId="f85b2bda29fb09e4" providerId="LiveId" clId="{AE967C72-96D4-42CB-8CEE-ECB681C514D1}" dt="2025-07-06T18:23:08.192" v="26" actId="20577"/>
          <ac:spMkLst>
            <pc:docMk/>
            <pc:sldMk cId="2176888360" sldId="261"/>
            <ac:spMk id="3" creationId="{88F8404B-FD30-8D28-7704-FED59DAF6C18}"/>
          </ac:spMkLst>
        </pc:spChg>
        <pc:picChg chg="add mod">
          <ac:chgData name="Happy Machona" userId="f85b2bda29fb09e4" providerId="LiveId" clId="{AE967C72-96D4-42CB-8CEE-ECB681C514D1}" dt="2025-07-06T18:23:30.831" v="30" actId="1076"/>
          <ac:picMkLst>
            <pc:docMk/>
            <pc:sldMk cId="2176888360" sldId="261"/>
            <ac:picMk id="5" creationId="{FB99FA63-07ED-463A-814C-5AB78E052464}"/>
          </ac:picMkLst>
        </pc:picChg>
      </pc:sldChg>
      <pc:sldChg chg="addSp delSp modSp new mod">
        <pc:chgData name="Happy Machona" userId="f85b2bda29fb09e4" providerId="LiveId" clId="{AE967C72-96D4-42CB-8CEE-ECB681C514D1}" dt="2025-07-06T18:30:22.665" v="76" actId="20577"/>
        <pc:sldMkLst>
          <pc:docMk/>
          <pc:sldMk cId="1858953897" sldId="262"/>
        </pc:sldMkLst>
        <pc:spChg chg="mod">
          <ac:chgData name="Happy Machona" userId="f85b2bda29fb09e4" providerId="LiveId" clId="{AE967C72-96D4-42CB-8CEE-ECB681C514D1}" dt="2025-07-06T18:30:06.511" v="71" actId="122"/>
          <ac:spMkLst>
            <pc:docMk/>
            <pc:sldMk cId="1858953897" sldId="262"/>
            <ac:spMk id="2" creationId="{3183BA5F-187B-A051-63C4-F2D935EE7603}"/>
          </ac:spMkLst>
        </pc:spChg>
        <pc:spChg chg="del">
          <ac:chgData name="Happy Machona" userId="f85b2bda29fb09e4" providerId="LiveId" clId="{AE967C72-96D4-42CB-8CEE-ECB681C514D1}" dt="2025-07-06T18:24:26.366" v="33"/>
          <ac:spMkLst>
            <pc:docMk/>
            <pc:sldMk cId="1858953897" sldId="262"/>
            <ac:spMk id="3" creationId="{603EF611-B12D-3E8F-CC22-53A35E2D1A4C}"/>
          </ac:spMkLst>
        </pc:spChg>
        <pc:spChg chg="add mod">
          <ac:chgData name="Happy Machona" userId="f85b2bda29fb09e4" providerId="LiveId" clId="{AE967C72-96D4-42CB-8CEE-ECB681C514D1}" dt="2025-07-06T18:30:22.665" v="76" actId="20577"/>
          <ac:spMkLst>
            <pc:docMk/>
            <pc:sldMk cId="1858953897" sldId="262"/>
            <ac:spMk id="4" creationId="{78ECE239-F12F-1269-26A4-2F1F6A201F6B}"/>
          </ac:spMkLst>
        </pc:spChg>
      </pc:sldChg>
      <pc:sldChg chg="addSp delSp modSp new mod">
        <pc:chgData name="Happy Machona" userId="f85b2bda29fb09e4" providerId="LiveId" clId="{AE967C72-96D4-42CB-8CEE-ECB681C514D1}" dt="2025-07-06T18:30:52.065" v="82" actId="20577"/>
        <pc:sldMkLst>
          <pc:docMk/>
          <pc:sldMk cId="3005254301" sldId="263"/>
        </pc:sldMkLst>
        <pc:spChg chg="mod">
          <ac:chgData name="Happy Machona" userId="f85b2bda29fb09e4" providerId="LiveId" clId="{AE967C72-96D4-42CB-8CEE-ECB681C514D1}" dt="2025-07-06T18:30:39.065" v="77" actId="122"/>
          <ac:spMkLst>
            <pc:docMk/>
            <pc:sldMk cId="3005254301" sldId="263"/>
            <ac:spMk id="2" creationId="{AB70C536-0464-7CC0-4F2D-1A09659785CA}"/>
          </ac:spMkLst>
        </pc:spChg>
        <pc:spChg chg="del">
          <ac:chgData name="Happy Machona" userId="f85b2bda29fb09e4" providerId="LiveId" clId="{AE967C72-96D4-42CB-8CEE-ECB681C514D1}" dt="2025-07-06T18:24:56.707" v="36"/>
          <ac:spMkLst>
            <pc:docMk/>
            <pc:sldMk cId="3005254301" sldId="263"/>
            <ac:spMk id="3" creationId="{F25F46E1-951D-4D47-9D35-728D351D682D}"/>
          </ac:spMkLst>
        </pc:spChg>
        <pc:spChg chg="add mod">
          <ac:chgData name="Happy Machona" userId="f85b2bda29fb09e4" providerId="LiveId" clId="{AE967C72-96D4-42CB-8CEE-ECB681C514D1}" dt="2025-07-06T18:30:52.065" v="82" actId="20577"/>
          <ac:spMkLst>
            <pc:docMk/>
            <pc:sldMk cId="3005254301" sldId="263"/>
            <ac:spMk id="4" creationId="{8E6A9950-B57E-52D7-EA91-7BB1B2BC4905}"/>
          </ac:spMkLst>
        </pc:spChg>
      </pc:sldChg>
      <pc:sldChg chg="addSp delSp modSp new mod">
        <pc:chgData name="Happy Machona" userId="f85b2bda29fb09e4" providerId="LiveId" clId="{AE967C72-96D4-42CB-8CEE-ECB681C514D1}" dt="2025-07-06T18:39:47.120" v="96" actId="20577"/>
        <pc:sldMkLst>
          <pc:docMk/>
          <pc:sldMk cId="3044721549" sldId="264"/>
        </pc:sldMkLst>
        <pc:spChg chg="mod">
          <ac:chgData name="Happy Machona" userId="f85b2bda29fb09e4" providerId="LiveId" clId="{AE967C72-96D4-42CB-8CEE-ECB681C514D1}" dt="2025-07-06T18:31:13.353" v="88" actId="122"/>
          <ac:spMkLst>
            <pc:docMk/>
            <pc:sldMk cId="3044721549" sldId="264"/>
            <ac:spMk id="2" creationId="{6D0D4D8A-8F45-A852-C82F-6F23C1556F01}"/>
          </ac:spMkLst>
        </pc:spChg>
        <pc:spChg chg="del">
          <ac:chgData name="Happy Machona" userId="f85b2bda29fb09e4" providerId="LiveId" clId="{AE967C72-96D4-42CB-8CEE-ECB681C514D1}" dt="2025-07-06T18:25:25.230" v="39"/>
          <ac:spMkLst>
            <pc:docMk/>
            <pc:sldMk cId="3044721549" sldId="264"/>
            <ac:spMk id="3" creationId="{5E0A6B56-22A0-E217-EB32-995CE5DD1C60}"/>
          </ac:spMkLst>
        </pc:spChg>
        <pc:spChg chg="add mod">
          <ac:chgData name="Happy Machona" userId="f85b2bda29fb09e4" providerId="LiveId" clId="{AE967C72-96D4-42CB-8CEE-ECB681C514D1}" dt="2025-07-06T18:39:47.120" v="96" actId="20577"/>
          <ac:spMkLst>
            <pc:docMk/>
            <pc:sldMk cId="3044721549" sldId="264"/>
            <ac:spMk id="4" creationId="{8192D3A0-11C5-7B26-10AC-E54E4C3144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83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08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9178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03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72098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30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86248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82520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58413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12649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08065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91FC266E-C27A-49C0-B496-4DC5E3BDA4A8}" type="datetimeFigureOut">
              <a:rPr lang="en-ZM" smtClean="0"/>
              <a:t>06/07/2025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612E4-5627-4C9E-9A2E-84EAA51F7206}" type="slidenum">
              <a:rPr lang="en-ZM" smtClean="0"/>
              <a:t>‹#›</a:t>
            </a:fld>
            <a:endParaRPr lang="en-ZM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560272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DC68-9D03-950D-671C-3276D7E1D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6694" y="783770"/>
            <a:ext cx="6240106" cy="2268559"/>
          </a:xfrm>
        </p:spPr>
        <p:txBody>
          <a:bodyPr>
            <a:normAutofit fontScale="90000"/>
          </a:bodyPr>
          <a:lstStyle/>
          <a:p>
            <a:r>
              <a:rPr lang="en-US" dirty="0"/>
              <a:t>Harnessing User Feedback Analysis Using Power BI</a:t>
            </a:r>
            <a:endParaRPr lang="en-Z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CE693-7964-F96A-BBF7-DA64B63C3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6694" y="3912529"/>
            <a:ext cx="5946192" cy="1160213"/>
          </a:xfrm>
        </p:spPr>
        <p:txBody>
          <a:bodyPr/>
          <a:lstStyle/>
          <a:p>
            <a:r>
              <a:rPr lang="en-US" dirty="0"/>
              <a:t>Enhancing Product Design with App Review Insights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441926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67B6-E9FD-BA42-B5FC-EA078690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F1CF73-375A-7932-DA16-035E30BF42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3216827"/>
            <a:ext cx="7241149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feedback is often unstructured and underused.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review is slow and not scalable.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enables clear visualization of user sentiment and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462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773E-3F9A-B64C-0462-EB34BC15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Research Aim &amp; Objectives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7D96CC-C416-1764-E1C5-32D60B4338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2939828"/>
            <a:ext cx="5625258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Aim: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 app reviews into product design insights.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prepare user feedback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Power BI dashboards to visualize sentiment.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teams find areas needing improvement.</a:t>
            </a:r>
          </a:p>
        </p:txBody>
      </p:sp>
    </p:spTree>
    <p:extLst>
      <p:ext uri="{BB962C8B-B14F-4D97-AF65-F5344CB8AC3E}">
        <p14:creationId xmlns:p14="http://schemas.microsoft.com/office/powerpoint/2010/main" val="164425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A13C7-4D38-8415-80A1-326453A9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Research Questions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C0F2D9-4866-5EAD-0455-43C1DD9F37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2939828"/>
            <a:ext cx="553549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can Power BI turn raw feedback into insights?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visualizations best show sentiment?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sentiment relate to product updates?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Power BI’s limits for feedback analysis?</a:t>
            </a:r>
          </a:p>
        </p:txBody>
      </p:sp>
    </p:spTree>
    <p:extLst>
      <p:ext uri="{BB962C8B-B14F-4D97-AF65-F5344CB8AC3E}">
        <p14:creationId xmlns:p14="http://schemas.microsoft.com/office/powerpoint/2010/main" val="377453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187-31EA-CB12-C69C-0BB05FC8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 Overview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449395-37FF-401E-26E0-96B193C37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2939828"/>
            <a:ext cx="4945585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study using Google Play Store reviews.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data with Python in Google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visualized in Power BI.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sentiment-tagged dashboards.</a:t>
            </a:r>
          </a:p>
        </p:txBody>
      </p:sp>
    </p:spTree>
    <p:extLst>
      <p:ext uri="{BB962C8B-B14F-4D97-AF65-F5344CB8AC3E}">
        <p14:creationId xmlns:p14="http://schemas.microsoft.com/office/powerpoint/2010/main" val="348128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3C42-34FA-DC71-D36E-4E7DF0920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BI Dashboard Snapshot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8404B-FD30-8D28-7704-FED59DAF6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ZM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9FA63-07ED-463A-814C-5AB78E05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774" y="1422870"/>
            <a:ext cx="8620452" cy="48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88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BA5F-187B-A051-63C4-F2D935EE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Insights from Dashboard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CE239-F12F-1269-26A4-2F1F6A201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2939828"/>
            <a:ext cx="6138219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64% of reviews were positive.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installs from Communication &amp; Entertainment apps.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apps had high ratings but low sentiment.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keywords: </a:t>
            </a:r>
            <a:r>
              <a:rPr kumimoji="0" lang="en-ZM" altLang="en-ZM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“easy,” “crash,” “ads,” “love.”</a:t>
            </a: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5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C536-0464-7CC0-4F2D-1A096597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6A9950-B57E-52D7-EA91-7BB1B2BC49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2939828"/>
            <a:ext cx="5133778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lacks native NLP/text mining.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external sentiment processing.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clouds are basic.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 are based on static, not real-time, data.</a:t>
            </a:r>
          </a:p>
        </p:txBody>
      </p:sp>
    </p:spTree>
    <p:extLst>
      <p:ext uri="{BB962C8B-B14F-4D97-AF65-F5344CB8AC3E}">
        <p14:creationId xmlns:p14="http://schemas.microsoft.com/office/powerpoint/2010/main" val="3005254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4D8A-8F45-A852-C82F-6F23C155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200000"/>
              </a:lnSpc>
            </a:pPr>
            <a:r>
              <a:rPr lang="en-US" dirty="0"/>
              <a:t>Conclusion and Future Work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92D3A0-11C5-7B26-10AC-E54E4C3144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3599" y="3216827"/>
            <a:ext cx="6445995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helps visualize user feedback clearly.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for product managers without coding skills.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 add real-time streaming </a:t>
            </a: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advanced visuals.</a:t>
            </a:r>
          </a:p>
        </p:txBody>
      </p:sp>
    </p:spTree>
    <p:extLst>
      <p:ext uri="{BB962C8B-B14F-4D97-AF65-F5344CB8AC3E}">
        <p14:creationId xmlns:p14="http://schemas.microsoft.com/office/powerpoint/2010/main" val="3044721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22</TotalTime>
  <Words>275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MS Shell Dlg 2</vt:lpstr>
      <vt:lpstr>Wingdings</vt:lpstr>
      <vt:lpstr>Wingdings 3</vt:lpstr>
      <vt:lpstr>Madison</vt:lpstr>
      <vt:lpstr>Harnessing User Feedback Analysis Using Power BI</vt:lpstr>
      <vt:lpstr>Introduction</vt:lpstr>
      <vt:lpstr>Research Aim &amp; Objectives</vt:lpstr>
      <vt:lpstr>Research Questions</vt:lpstr>
      <vt:lpstr>Methodology Overview</vt:lpstr>
      <vt:lpstr>Power BI Dashboard Snapshot</vt:lpstr>
      <vt:lpstr>Insights from Dashboard</vt:lpstr>
      <vt:lpstr>Limitations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Happy Machona</dc:creator>
  <cp:lastModifiedBy>Happy Machona</cp:lastModifiedBy>
  <cp:revision>1</cp:revision>
  <dcterms:created xsi:type="dcterms:W3CDTF">2025-07-06T18:17:28Z</dcterms:created>
  <dcterms:modified xsi:type="dcterms:W3CDTF">2025-07-06T18:40:01Z</dcterms:modified>
</cp:coreProperties>
</file>